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6" r:id="rId3"/>
    <p:sldId id="268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98" d="100"/>
          <a:sy n="98" d="100"/>
        </p:scale>
        <p:origin x="1538" y="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3717925"/>
            <a:ext cx="8207375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4940300"/>
            <a:ext cx="8212138" cy="981075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1364615"/>
          </a:xfrm>
        </p:spPr>
        <p:txBody>
          <a:bodyPr/>
          <a:lstStyle/>
          <a:p>
            <a:r>
              <a:rPr lang="en-US"/>
              <a:t>                     </a:t>
            </a:r>
            <a:r>
              <a:rPr lang="en-US" sz="6000"/>
              <a:t> </a:t>
            </a:r>
            <a:r>
              <a:rPr lang="en-US" sz="6000" b="1" u="sng"/>
              <a:t>TOPIC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090" y="1898015"/>
            <a:ext cx="6705600" cy="3689985"/>
          </a:xfrm>
        </p:spPr>
        <p:txBody>
          <a:bodyPr/>
          <a:lstStyle/>
          <a:p>
            <a:pPr marL="0" indent="0" algn="ctr">
              <a:buNone/>
            </a:pPr>
            <a:r>
              <a:rPr lang="en-US"/>
              <a:t>   </a:t>
            </a:r>
            <a:r>
              <a:rPr lang="en-US" sz="4400" b="1"/>
              <a:t>Nano-Technology In</a:t>
            </a:r>
          </a:p>
          <a:p>
            <a:pPr marL="0" indent="0" algn="ctr">
              <a:buNone/>
            </a:pPr>
            <a:r>
              <a:rPr lang="en-US" sz="4400" b="1"/>
              <a:t> Cancer Treatment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              </a:t>
            </a:r>
            <a:r>
              <a:rPr lang="en-US" u="sng"/>
              <a:t>GROUP 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Rupam Chakraborty</a:t>
            </a:r>
          </a:p>
          <a:p>
            <a:r>
              <a:rPr lang="en-US"/>
              <a:t>Srikrishna Mandal</a:t>
            </a:r>
          </a:p>
          <a:p>
            <a:r>
              <a:rPr lang="en-US"/>
              <a:t>Suranjan Chatterjee</a:t>
            </a:r>
          </a:p>
          <a:p>
            <a:r>
              <a:rPr lang="en-US"/>
              <a:t>Debjyoti Pal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 </a:t>
            </a:r>
            <a:r>
              <a:rPr u="sng">
                <a:sym typeface="+mn-ea"/>
              </a:rPr>
              <a:t> What is Nanotechnology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1401" y="1713391"/>
            <a:ext cx="4945399" cy="7778967"/>
          </a:xfrm>
        </p:spPr>
        <p:txBody>
          <a:bodyPr/>
          <a:lstStyle/>
          <a:p>
            <a:r>
              <a:rPr lang="en-US" altLang="en-US" sz="1500" dirty="0"/>
              <a:t>Nanotechnology deals with extremely tiny materials, usually 1–100 nanometers in size.</a:t>
            </a:r>
          </a:p>
          <a:p>
            <a:endParaRPr lang="en-US" altLang="en-US" sz="1500" dirty="0"/>
          </a:p>
          <a:p>
            <a:r>
              <a:rPr lang="en-US" altLang="en-US" sz="1500" dirty="0"/>
              <a:t>At this nanoscale, materials behave differently — they can become more reactive, stronger, or show unique physical properties.</a:t>
            </a:r>
          </a:p>
          <a:p>
            <a:endParaRPr lang="en-US" altLang="en-US" sz="1500" dirty="0"/>
          </a:p>
          <a:p>
            <a:r>
              <a:rPr lang="en-US" altLang="en-US" sz="1500" dirty="0"/>
              <a:t>In medicine, these tiny particles can enter cells, interact with molecules, and move through the body more easily than larger materials.</a:t>
            </a:r>
          </a:p>
          <a:p>
            <a:endParaRPr lang="en-US" altLang="en-US" sz="1500" dirty="0"/>
          </a:p>
          <a:p>
            <a:r>
              <a:rPr lang="en-US" altLang="en-US" sz="1500" dirty="0"/>
              <a:t>Nanotechnology helps create better drug-delivery systems, sharper imaging tools, and more sensitive diagnostic tests.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F849-BBDE-D8D2-B5FC-192693D0A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97" y="2172810"/>
            <a:ext cx="3175248" cy="23814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Cancer and Nanotechnology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4144" y="1458654"/>
            <a:ext cx="3928369" cy="4953000"/>
          </a:xfrm>
        </p:spPr>
        <p:txBody>
          <a:bodyPr/>
          <a:lstStyle/>
          <a:p>
            <a:pPr>
              <a:defRPr sz="2000"/>
            </a:pPr>
            <a:r>
              <a:rPr lang="en-US" sz="1600" dirty="0"/>
              <a:t>Conventional cancer treatments(like radiation) often harm healthy cells too. Nanotechnology tries to overcome this problem.</a:t>
            </a:r>
          </a:p>
          <a:p>
            <a:pPr>
              <a:defRPr sz="2000"/>
            </a:pPr>
            <a:endParaRPr lang="en-US" sz="1600" dirty="0"/>
          </a:p>
          <a:p>
            <a:pPr>
              <a:defRPr sz="2000"/>
            </a:pPr>
            <a:r>
              <a:rPr sz="1600" dirty="0">
                <a:sym typeface="+mn-ea"/>
              </a:rPr>
              <a:t>Nanotechnology uses extremely tiny particles</a:t>
            </a:r>
            <a:r>
              <a:rPr lang="en-US" sz="1600" dirty="0">
                <a:sym typeface="+mn-ea"/>
              </a:rPr>
              <a:t> t</a:t>
            </a:r>
            <a:r>
              <a:rPr sz="1600" dirty="0">
                <a:sym typeface="+mn-ea"/>
              </a:rPr>
              <a:t>hat can enter tumors more easily.</a:t>
            </a:r>
            <a:endParaRPr lang="en-GB" sz="1600" dirty="0">
              <a:sym typeface="+mn-ea"/>
            </a:endParaRPr>
          </a:p>
          <a:p>
            <a:pPr>
              <a:defRPr sz="2000"/>
            </a:pPr>
            <a:endParaRPr sz="1600" dirty="0">
              <a:sym typeface="+mn-ea"/>
            </a:endParaRPr>
          </a:p>
          <a:p>
            <a:pPr>
              <a:defRPr sz="2000"/>
            </a:pPr>
            <a:r>
              <a:rPr sz="1600" dirty="0"/>
              <a:t>Tumors have leaky blood vessels, allowing nanoparticles to enter </a:t>
            </a:r>
            <a:r>
              <a:rPr lang="en-US" sz="1600" dirty="0"/>
              <a:t>them </a:t>
            </a:r>
            <a:r>
              <a:rPr sz="1600" dirty="0"/>
              <a:t>more easily.</a:t>
            </a:r>
            <a:endParaRPr lang="en-GB" sz="1600" dirty="0"/>
          </a:p>
          <a:p>
            <a:pPr>
              <a:defRPr sz="2000"/>
            </a:pPr>
            <a:endParaRPr sz="1600" dirty="0"/>
          </a:p>
          <a:p>
            <a:pPr>
              <a:defRPr sz="2000"/>
            </a:pPr>
            <a:r>
              <a:rPr sz="1600" dirty="0"/>
              <a:t>Once inside, nanoparticles can attach to cancer cells or release drugs directly at the tumor.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89DA4A-7C7C-D97E-34F0-9F7FCED94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566" y="2102135"/>
            <a:ext cx="3987846" cy="26537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2137"/>
            <a:ext cx="8229600" cy="582613"/>
          </a:xfrm>
        </p:spPr>
        <p:txBody>
          <a:bodyPr/>
          <a:lstStyle/>
          <a:p>
            <a:r>
              <a:rPr u="sng" dirty="0"/>
              <a:t>Benefits of Nanotechnology for Cancer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2719"/>
            <a:ext cx="8229600" cy="2544994"/>
          </a:xfrm>
        </p:spPr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 Earlier detection using highly sensitive nano-tests.</a:t>
            </a:r>
          </a:p>
          <a:p>
            <a:pPr>
              <a:defRPr sz="2000"/>
            </a:pPr>
            <a:r>
              <a:rPr dirty="0"/>
              <a:t> Clearer imaging scans for accurate tumor visibility.</a:t>
            </a:r>
          </a:p>
          <a:p>
            <a:pPr>
              <a:defRPr sz="2000"/>
            </a:pPr>
            <a:r>
              <a:rPr dirty="0"/>
              <a:t> Targeted drug delivery reduces side effects.</a:t>
            </a:r>
          </a:p>
          <a:p>
            <a:pPr>
              <a:defRPr sz="2000"/>
            </a:pPr>
            <a:r>
              <a:rPr dirty="0"/>
              <a:t> Can reach hard</a:t>
            </a:r>
            <a:r>
              <a:rPr lang="en-US" dirty="0"/>
              <a:t>-</a:t>
            </a:r>
            <a:r>
              <a:rPr dirty="0"/>
              <a:t>to</a:t>
            </a:r>
            <a:r>
              <a:rPr lang="en-US" dirty="0"/>
              <a:t>-treat</a:t>
            </a:r>
            <a:r>
              <a:rPr dirty="0"/>
              <a:t> areas.</a:t>
            </a:r>
          </a:p>
          <a:p>
            <a:pPr>
              <a:defRPr sz="2000"/>
            </a:pPr>
            <a:r>
              <a:rPr dirty="0"/>
              <a:t> Overall treatment becomes more effective and patient-friendly.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/>
              <a:t>Detection and Diagnosis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Nanotechnology improves early cancer detection and diagnostic accuracy.</a:t>
            </a:r>
          </a:p>
          <a:p>
            <a:pPr>
              <a:defRPr sz="2000"/>
            </a:pPr>
            <a:r>
              <a:t> Nanoparticles detect cancer proteins or DNA in blood samples with high sensitivity.</a:t>
            </a:r>
          </a:p>
          <a:p>
            <a:pPr>
              <a:defRPr sz="2000"/>
            </a:pPr>
            <a:r>
              <a:t>Helps identify cancer earlier than normal tests.</a:t>
            </a:r>
          </a:p>
          <a:p>
            <a:pPr>
              <a:defRPr sz="2000"/>
            </a:pPr>
            <a:r>
              <a:t>Nanoparticles brighten tumors in MRI/CT scans.</a:t>
            </a:r>
          </a:p>
          <a:p>
            <a:pPr>
              <a:defRPr sz="2000"/>
            </a:pPr>
            <a:r>
              <a:rPr lang="en-US">
                <a:sym typeface="+mn-ea"/>
              </a:rPr>
              <a:t>Thus e</a:t>
            </a:r>
            <a:r>
              <a:rPr>
                <a:sym typeface="+mn-ea"/>
              </a:rPr>
              <a:t>ven small or hidden tumors become easier to see.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/>
              <a:t>Measuring Response to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Nanotechnology helps monitor whether treatment is working in real time.</a:t>
            </a:r>
          </a:p>
          <a:p>
            <a:pPr>
              <a:defRPr sz="2000"/>
            </a:pPr>
            <a:r>
              <a:t>Some nanoparticles change their signal when cancer cells shrink or die.</a:t>
            </a:r>
          </a:p>
          <a:p>
            <a:pPr>
              <a:defRPr sz="2000"/>
            </a:pPr>
            <a:r>
              <a:t>Nano</a:t>
            </a:r>
            <a:r>
              <a:rPr lang="en-US"/>
              <a:t>-</a:t>
            </a:r>
            <a:r>
              <a:t>blood tests detect small changes in cancer markers.</a:t>
            </a:r>
          </a:p>
          <a:p>
            <a:pPr>
              <a:defRPr sz="2000"/>
            </a:pPr>
            <a:r>
              <a:t>This helps doctors adjust treatment early for better results.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/>
              <a:t>Treatment and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rPr b="1" u="sng"/>
              <a:t>Chemotherapy:</a:t>
            </a:r>
            <a:r>
              <a:t> Nanoparticles carry chemo directly to tumors, reducing side effects.</a:t>
            </a:r>
          </a:p>
          <a:p>
            <a:pPr>
              <a:defRPr sz="2000"/>
            </a:pPr>
            <a:r>
              <a:rPr b="1" u="sng"/>
              <a:t>Radiotherapy:</a:t>
            </a:r>
            <a:r>
              <a:t> Nanoparticles help tumors absorb more radiation.</a:t>
            </a:r>
          </a:p>
          <a:p>
            <a:pPr>
              <a:defRPr sz="2000"/>
            </a:pPr>
            <a:r>
              <a:rPr b="1" u="sng"/>
              <a:t>Nano‑Immunotherapy</a:t>
            </a:r>
            <a:r>
              <a:t>: Nanoparticles guide immune cells to attack cancer.</a:t>
            </a:r>
          </a:p>
          <a:p>
            <a:pPr>
              <a:defRPr sz="2000"/>
            </a:pPr>
            <a:r>
              <a:rPr b="1" u="sng"/>
              <a:t>Gene Therapy: </a:t>
            </a:r>
            <a:r>
              <a:t>Nanoparticles carry siRNA/mRNA to block harmful cancer genes.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922655"/>
          </a:xfrm>
        </p:spPr>
        <p:txBody>
          <a:bodyPr/>
          <a:lstStyle/>
          <a:p>
            <a:r>
              <a:rPr u="sng"/>
              <a:t>Problems and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455" y="883920"/>
            <a:ext cx="8229600" cy="6338570"/>
          </a:xfrm>
        </p:spPr>
        <p:txBody>
          <a:bodyPr/>
          <a:lstStyle/>
          <a:p>
            <a:endParaRPr sz="1500" dirty="0"/>
          </a:p>
          <a:p>
            <a:pPr>
              <a:defRPr sz="2000"/>
            </a:pPr>
            <a:r>
              <a:rPr sz="1500" b="1" dirty="0"/>
              <a:t>Q</a:t>
            </a:r>
            <a:r>
              <a:rPr lang="en-US" sz="1500" b="1" dirty="0"/>
              <a:t>1</a:t>
            </a:r>
            <a:r>
              <a:rPr sz="1500" b="1" dirty="0"/>
              <a:t>: Why do healthy cells get damaged during chemo?</a:t>
            </a:r>
          </a:p>
          <a:p>
            <a:pPr>
              <a:defRPr sz="2000"/>
            </a:pPr>
            <a:r>
              <a:rPr sz="1500" dirty="0"/>
              <a:t>A:</a:t>
            </a:r>
            <a:r>
              <a:rPr lang="en-US" sz="1500" dirty="0"/>
              <a:t>ns</a:t>
            </a:r>
            <a:r>
              <a:rPr sz="1500" dirty="0"/>
              <a:t> Traditional drugs cannot target only tumors.</a:t>
            </a:r>
          </a:p>
          <a:p>
            <a:pPr>
              <a:defRPr sz="2000"/>
            </a:pPr>
            <a:r>
              <a:rPr sz="1500" dirty="0"/>
              <a:t>Solution: Nanoparticles deliver drugs mainly to tumor cells.</a:t>
            </a:r>
          </a:p>
          <a:p>
            <a:pPr>
              <a:defRPr sz="2000"/>
            </a:pPr>
            <a:endParaRPr sz="1500" dirty="0"/>
          </a:p>
          <a:p>
            <a:pPr>
              <a:defRPr sz="2000"/>
            </a:pPr>
            <a:r>
              <a:rPr sz="1500" b="1" dirty="0"/>
              <a:t>Q</a:t>
            </a:r>
            <a:r>
              <a:rPr lang="en-US" sz="1500" b="1" dirty="0"/>
              <a:t>2</a:t>
            </a:r>
            <a:r>
              <a:rPr sz="1500" b="1" dirty="0"/>
              <a:t>: Why do some cancers resist treatment?</a:t>
            </a:r>
          </a:p>
          <a:p>
            <a:pPr>
              <a:defRPr sz="2000"/>
            </a:pPr>
            <a:r>
              <a:rPr sz="1500" dirty="0"/>
              <a:t>A</a:t>
            </a:r>
            <a:r>
              <a:rPr lang="en-US" sz="1500" dirty="0"/>
              <a:t>ns</a:t>
            </a:r>
            <a:r>
              <a:rPr sz="1500" dirty="0"/>
              <a:t>: Tumors </a:t>
            </a:r>
            <a:r>
              <a:rPr lang="en-US" sz="1500" dirty="0"/>
              <a:t>may </a:t>
            </a:r>
            <a:r>
              <a:rPr sz="1500" dirty="0"/>
              <a:t>mutate or block drug entry.</a:t>
            </a:r>
          </a:p>
          <a:p>
            <a:pPr>
              <a:defRPr sz="2000"/>
            </a:pPr>
            <a:r>
              <a:rPr sz="1500" dirty="0"/>
              <a:t>Solution: Nanoparticles carry multiple drugs or </a:t>
            </a:r>
            <a:r>
              <a:rPr sz="1500" dirty="0" err="1"/>
              <a:t>siRNA</a:t>
            </a:r>
            <a:r>
              <a:rPr sz="1500" dirty="0"/>
              <a:t>.</a:t>
            </a:r>
          </a:p>
          <a:p>
            <a:pPr>
              <a:defRPr sz="2000"/>
            </a:pPr>
            <a:endParaRPr sz="1500" dirty="0"/>
          </a:p>
          <a:p>
            <a:pPr>
              <a:defRPr sz="2000"/>
            </a:pPr>
            <a:r>
              <a:rPr sz="1500" b="1" dirty="0"/>
              <a:t>Q</a:t>
            </a:r>
            <a:r>
              <a:rPr lang="en-US" sz="1500" b="1" dirty="0"/>
              <a:t>3</a:t>
            </a:r>
            <a:r>
              <a:rPr sz="1500" b="1" dirty="0"/>
              <a:t>: Why is cancer detected late?</a:t>
            </a:r>
          </a:p>
          <a:p>
            <a:pPr>
              <a:defRPr sz="2000"/>
            </a:pPr>
            <a:r>
              <a:rPr sz="1500" dirty="0"/>
              <a:t>A</a:t>
            </a:r>
            <a:r>
              <a:rPr lang="en-US" sz="1500" dirty="0"/>
              <a:t>ns</a:t>
            </a:r>
            <a:r>
              <a:rPr sz="1500" dirty="0"/>
              <a:t>: Early </a:t>
            </a:r>
            <a:r>
              <a:rPr lang="en-US" sz="1500" dirty="0"/>
              <a:t>happenings of cancer cells</a:t>
            </a:r>
            <a:r>
              <a:rPr sz="1500" dirty="0"/>
              <a:t> are too small for normal tests.</a:t>
            </a:r>
          </a:p>
          <a:p>
            <a:pPr>
              <a:defRPr sz="2000"/>
            </a:pPr>
            <a:r>
              <a:rPr sz="1500" dirty="0"/>
              <a:t>Solution: Nano</a:t>
            </a:r>
            <a:r>
              <a:rPr lang="en-US" sz="1500" dirty="0"/>
              <a:t>-</a:t>
            </a:r>
            <a:r>
              <a:rPr sz="1500" dirty="0"/>
              <a:t>biosensors detect tiny cancer markers early.</a:t>
            </a:r>
          </a:p>
          <a:p>
            <a:pPr>
              <a:defRPr sz="2000"/>
            </a:pPr>
            <a:endParaRPr sz="1500" dirty="0"/>
          </a:p>
          <a:p>
            <a:pPr>
              <a:defRPr sz="2000"/>
            </a:pPr>
            <a:r>
              <a:rPr lang="en-US" altLang="en-US" sz="1500" b="1" dirty="0"/>
              <a:t>Q4: Why do cancer treatments often cause strong side effects?</a:t>
            </a:r>
          </a:p>
          <a:p>
            <a:pPr>
              <a:defRPr sz="2000"/>
            </a:pPr>
            <a:r>
              <a:rPr lang="en-US" altLang="en-US" sz="1500" dirty="0"/>
              <a:t>Ans:Traditional drugs are not selective — they travel everywhere and  can damage fast-growing healthy cells (like hair follicles, bone marrow, or stomach lining).</a:t>
            </a:r>
          </a:p>
          <a:p>
            <a:pPr>
              <a:defRPr sz="2000"/>
            </a:pPr>
            <a:r>
              <a:rPr lang="en-US" altLang="en-US" sz="1500" dirty="0"/>
              <a:t>Solution:Nanoparticles can be engineered to release the drug only when they reach the tumor.</a:t>
            </a:r>
          </a:p>
          <a:p>
            <a:pPr>
              <a:defRPr sz="2000"/>
            </a:pPr>
            <a:endParaRPr lang="en-US" altLang="en-US" sz="1500" dirty="0"/>
          </a:p>
          <a:p>
            <a:pPr>
              <a:defRPr sz="2000"/>
            </a:pPr>
            <a:r>
              <a:rPr sz="1500" b="1" dirty="0"/>
              <a:t>Q</a:t>
            </a:r>
            <a:r>
              <a:rPr lang="en-US" sz="1500" b="1" dirty="0"/>
              <a:t>5</a:t>
            </a:r>
            <a:r>
              <a:rPr sz="1500" b="1" dirty="0"/>
              <a:t>: Why is safety a concern?</a:t>
            </a:r>
          </a:p>
          <a:p>
            <a:pPr>
              <a:defRPr sz="2000"/>
            </a:pPr>
            <a:r>
              <a:rPr sz="1500" dirty="0"/>
              <a:t>A</a:t>
            </a:r>
            <a:r>
              <a:rPr lang="en-US" sz="1500" dirty="0"/>
              <a:t>ns</a:t>
            </a:r>
            <a:r>
              <a:rPr sz="1500" dirty="0"/>
              <a:t>: Some nanoparticles remain in organs.</a:t>
            </a:r>
          </a:p>
          <a:p>
            <a:pPr>
              <a:defRPr sz="2000"/>
            </a:pPr>
            <a:r>
              <a:rPr sz="1500" dirty="0"/>
              <a:t>Solution: Biodegradable nanoparticles reduce long‑term toxicity.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798320" y="772414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Nanotechnology is improving cancer care by making diagnosis, imaging, and treatment more precise.</a:t>
            </a:r>
          </a:p>
          <a:p>
            <a:pPr>
              <a:defRPr sz="2000"/>
            </a:pPr>
            <a:r>
              <a:t>Targeted nano</a:t>
            </a:r>
            <a:r>
              <a:rPr lang="en-US"/>
              <a:t>-</a:t>
            </a:r>
            <a:r>
              <a:t>drug delivery reduces side effects and improves outcomes.</a:t>
            </a:r>
          </a:p>
          <a:p>
            <a:pPr>
              <a:defRPr sz="2000"/>
            </a:pPr>
            <a:r>
              <a:t>It also supports gene therapy, immunotherapy, and radiation enhancement.</a:t>
            </a:r>
          </a:p>
          <a:p>
            <a:pPr>
              <a:defRPr sz="2000"/>
            </a:pPr>
            <a:r>
              <a:t>With continued research, nanotechnology offers strong hope for safer cancer treatment in the future.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9415" y="197485"/>
            <a:ext cx="8229600" cy="4953000"/>
          </a:xfrm>
        </p:spPr>
        <p:txBody>
          <a:bodyPr/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                      </a:t>
            </a:r>
            <a:br>
              <a:rPr lang="en-US"/>
            </a:br>
            <a:r>
              <a:rPr lang="en-US"/>
              <a:t>                    </a:t>
            </a:r>
            <a:r>
              <a:rPr lang="en-US" sz="4800" b="1"/>
              <a:t>THANK YOU </a:t>
            </a:r>
            <a:r>
              <a:rPr lang="en-US"/>
              <a:t>  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een Color">
  <a:themeElements>
    <a:clrScheme name="Green Color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Green Color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reen Colo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617</Words>
  <Application>Microsoft Office PowerPoint</Application>
  <PresentationFormat>On-screen Show (4:3)</PresentationFormat>
  <Paragraphs>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Green Color</vt:lpstr>
      <vt:lpstr>                      TOPIC</vt:lpstr>
      <vt:lpstr>               GROUP MEMBERS</vt:lpstr>
      <vt:lpstr>   What is Nanotechnology</vt:lpstr>
      <vt:lpstr>Cancer and Nanotechnology</vt:lpstr>
      <vt:lpstr>Benefits of Nanotechnology for Cancer</vt:lpstr>
      <vt:lpstr>Detection and Diagnosis</vt:lpstr>
      <vt:lpstr>Measuring Response to Therapy</vt:lpstr>
      <vt:lpstr>Treatment and Therapy</vt:lpstr>
      <vt:lpstr>Problems and Solutions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&amp; What is Nanotechnology</dc:title>
  <dc:creator>HP</dc:creator>
  <dc:description>generated using python-pptx</dc:description>
  <cp:lastModifiedBy>DEBJYOTI PAL</cp:lastModifiedBy>
  <cp:revision>13</cp:revision>
  <dcterms:created xsi:type="dcterms:W3CDTF">2013-01-27T09:14:00Z</dcterms:created>
  <dcterms:modified xsi:type="dcterms:W3CDTF">2025-11-17T04:49:48Z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4F2CA16FFD624DFBB432A94E2401F6F8_13</vt:lpwstr>
  </property>
  <property fmtid="{D5CDD505-2E9C-101B-9397-08002B2CF9AE}" pid="3" name="KSOProductBuildVer">
    <vt:lpwstr>1033-12.2.0.23155</vt:lpwstr>
  </property>
</Properties>
</file>